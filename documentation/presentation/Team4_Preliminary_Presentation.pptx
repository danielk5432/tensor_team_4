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n Park" userId="5a0497709a658085" providerId="LiveId" clId="{6411886E-C9C1-477D-B1E5-8671AC8E90C9}"/>
    <pc:docChg chg="custSel modSld">
      <pc:chgData name="Sabin Park" userId="5a0497709a658085" providerId="LiveId" clId="{6411886E-C9C1-477D-B1E5-8671AC8E90C9}" dt="2026-05-20T14:52:21.161" v="10" actId="478"/>
      <pc:docMkLst>
        <pc:docMk/>
      </pc:docMkLst>
      <pc:sldChg chg="delSp mod">
        <pc:chgData name="Sabin Park" userId="5a0497709a658085" providerId="LiveId" clId="{6411886E-C9C1-477D-B1E5-8671AC8E90C9}" dt="2026-05-20T14:51:58.755" v="3" actId="478"/>
        <pc:sldMkLst>
          <pc:docMk/>
          <pc:sldMk cId="0" sldId="257"/>
        </pc:sldMkLst>
        <pc:spChg chg="del">
          <ac:chgData name="Sabin Park" userId="5a0497709a658085" providerId="LiveId" clId="{6411886E-C9C1-477D-B1E5-8671AC8E90C9}" dt="2026-05-20T14:51:58.755" v="3" actId="478"/>
          <ac:spMkLst>
            <pc:docMk/>
            <pc:sldMk cId="0" sldId="257"/>
            <ac:spMk id="5" creationId="{00000000-0000-0000-0000-000000000000}"/>
          </ac:spMkLst>
        </pc:spChg>
      </pc:sldChg>
      <pc:sldChg chg="delSp modSp mod">
        <pc:chgData name="Sabin Park" userId="5a0497709a658085" providerId="LiveId" clId="{6411886E-C9C1-477D-B1E5-8671AC8E90C9}" dt="2026-05-20T14:52:04.681" v="5" actId="478"/>
        <pc:sldMkLst>
          <pc:docMk/>
          <pc:sldMk cId="0" sldId="258"/>
        </pc:sldMkLst>
        <pc:spChg chg="del mod">
          <ac:chgData name="Sabin Park" userId="5a0497709a658085" providerId="LiveId" clId="{6411886E-C9C1-477D-B1E5-8671AC8E90C9}" dt="2026-05-20T14:52:04.681" v="5" actId="478"/>
          <ac:spMkLst>
            <pc:docMk/>
            <pc:sldMk cId="0" sldId="258"/>
            <ac:spMk id="5" creationId="{00000000-0000-0000-0000-000000000000}"/>
          </ac:spMkLst>
        </pc:spChg>
      </pc:sldChg>
      <pc:sldChg chg="delSp mod">
        <pc:chgData name="Sabin Park" userId="5a0497709a658085" providerId="LiveId" clId="{6411886E-C9C1-477D-B1E5-8671AC8E90C9}" dt="2026-05-20T14:52:08.264" v="6" actId="478"/>
        <pc:sldMkLst>
          <pc:docMk/>
          <pc:sldMk cId="0" sldId="259"/>
        </pc:sldMkLst>
        <pc:spChg chg="del">
          <ac:chgData name="Sabin Park" userId="5a0497709a658085" providerId="LiveId" clId="{6411886E-C9C1-477D-B1E5-8671AC8E90C9}" dt="2026-05-20T14:52:08.264" v="6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Sabin Park" userId="5a0497709a658085" providerId="LiveId" clId="{6411886E-C9C1-477D-B1E5-8671AC8E90C9}" dt="2026-05-20T14:52:12.928" v="8" actId="478"/>
        <pc:sldMkLst>
          <pc:docMk/>
          <pc:sldMk cId="0" sldId="260"/>
        </pc:sldMkLst>
        <pc:spChg chg="del mod">
          <ac:chgData name="Sabin Park" userId="5a0497709a658085" providerId="LiveId" clId="{6411886E-C9C1-477D-B1E5-8671AC8E90C9}" dt="2026-05-20T14:52:12.928" v="8" actId="478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Sabin Park" userId="5a0497709a658085" providerId="LiveId" clId="{6411886E-C9C1-477D-B1E5-8671AC8E90C9}" dt="2026-05-20T14:52:17.634" v="9" actId="478"/>
        <pc:sldMkLst>
          <pc:docMk/>
          <pc:sldMk cId="0" sldId="261"/>
        </pc:sldMkLst>
        <pc:spChg chg="del">
          <ac:chgData name="Sabin Park" userId="5a0497709a658085" providerId="LiveId" clId="{6411886E-C9C1-477D-B1E5-8671AC8E90C9}" dt="2026-05-20T14:52:17.634" v="9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Sabin Park" userId="5a0497709a658085" providerId="LiveId" clId="{6411886E-C9C1-477D-B1E5-8671AC8E90C9}" dt="2026-05-20T14:48:56.682" v="2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Sabin Park" userId="5a0497709a658085" providerId="LiveId" clId="{6411886E-C9C1-477D-B1E5-8671AC8E90C9}" dt="2026-05-20T14:48:54.215" v="1" actId="478"/>
          <ac:spMkLst>
            <pc:docMk/>
            <pc:sldMk cId="0" sldId="261"/>
            <ac:spMk id="24" creationId="{00000000-0000-0000-0000-000000000000}"/>
          </ac:spMkLst>
        </pc:spChg>
      </pc:sldChg>
      <pc:sldChg chg="delSp mod">
        <pc:chgData name="Sabin Park" userId="5a0497709a658085" providerId="LiveId" clId="{6411886E-C9C1-477D-B1E5-8671AC8E90C9}" dt="2026-05-20T14:52:21.161" v="10" actId="478"/>
        <pc:sldMkLst>
          <pc:docMk/>
          <pc:sldMk cId="0" sldId="262"/>
        </pc:sldMkLst>
        <pc:spChg chg="del">
          <ac:chgData name="Sabin Park" userId="5a0497709a658085" providerId="LiveId" clId="{6411886E-C9C1-477D-B1E5-8671AC8E90C9}" dt="2026-05-20T14:52:21.161" v="10" actId="478"/>
          <ac:spMkLst>
            <pc:docMk/>
            <pc:sldMk cId="0" sldId="26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4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9808" y="713232"/>
            <a:ext cx="1508760" cy="347472"/>
          </a:xfrm>
          <a:prstGeom prst="roundRect">
            <a:avLst>
              <a:gd name="adj" fmla="val 18421"/>
            </a:avLst>
          </a:prstGeom>
          <a:solidFill>
            <a:srgbClr val="F6E6D1"/>
          </a:solidFill>
          <a:ln w="12700">
            <a:solidFill>
              <a:srgbClr val="F6E6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59536" y="79552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Problem 5 </a:t>
            </a:r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Low-Rank Tensor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Approximation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B6472"/>
                </a:solidFill>
              </a:rPr>
              <a:t>Approximating tensors in  ℂ³ ⊗ ℂ³ ⊗ ℂ³  by rank-2 CP tensors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735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Preliminary Presentation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143000"/>
            <a:ext cx="1325880" cy="1097280"/>
          </a:xfrm>
          <a:prstGeom prst="roundRect">
            <a:avLst>
              <a:gd name="adj" fmla="val 6667"/>
            </a:avLst>
          </a:prstGeom>
          <a:solidFill>
            <a:srgbClr val="DDEDEB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79792" y="1307592"/>
            <a:ext cx="996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3×3×3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006840" y="1691640"/>
            <a:ext cx="73152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921240" y="105156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85832" y="1216152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rank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378440" y="16642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21240" y="2121408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85832" y="228600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</a:rPr>
              <a:t>rank 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</a:rPr>
              <a:t>rank ≤ 2 approximation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" y="6080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</a:rPr>
              <a:t>Team members: [</a:t>
            </a:r>
            <a:r>
              <a:rPr lang="ko-KR" altLang="en-US" sz="1300" dirty="0">
                <a:solidFill>
                  <a:srgbClr val="5B6472"/>
                </a:solidFill>
              </a:rPr>
              <a:t>박사빈</a:t>
            </a:r>
            <a:r>
              <a:rPr lang="en-US" sz="1300" dirty="0">
                <a:solidFill>
                  <a:srgbClr val="5B6472"/>
                </a:solidFill>
              </a:rPr>
              <a:t>] · [</a:t>
            </a:r>
            <a:r>
              <a:rPr lang="ko-KR" altLang="en-US" sz="1300" dirty="0">
                <a:solidFill>
                  <a:srgbClr val="5B6472"/>
                </a:solidFill>
              </a:rPr>
              <a:t>김동현</a:t>
            </a:r>
            <a:r>
              <a:rPr lang="en-US" sz="1300" dirty="0">
                <a:solidFill>
                  <a:srgbClr val="5B6472"/>
                </a:solidFill>
              </a:rPr>
              <a:t>] · [</a:t>
            </a:r>
            <a:r>
              <a:rPr lang="ko-KR" altLang="en-US" sz="1300" dirty="0" err="1">
                <a:solidFill>
                  <a:srgbClr val="5B6472"/>
                </a:solidFill>
              </a:rPr>
              <a:t>정범준</a:t>
            </a:r>
            <a:r>
              <a:rPr lang="en-US" sz="1300" dirty="0">
                <a:solidFill>
                  <a:srgbClr val="5B6472"/>
                </a:solidFill>
              </a:rPr>
              <a:t>] · [</a:t>
            </a:r>
            <a:r>
              <a:rPr lang="ko-KR" altLang="en-US" sz="1300" dirty="0">
                <a:solidFill>
                  <a:srgbClr val="5B6472"/>
                </a:solidFill>
              </a:rPr>
              <a:t>조수호</a:t>
            </a:r>
            <a:r>
              <a:rPr lang="en-US" sz="1300" dirty="0">
                <a:solidFill>
                  <a:srgbClr val="5B6472"/>
                </a:solidFill>
              </a:rPr>
              <a:t>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goal: from a cube of numbers to two simple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Input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04672" y="1627632"/>
            <a:ext cx="2834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792224"/>
            <a:ext cx="25054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T ∈ ℂ³ ⊗ ℂ³ ⊗ ℂ³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A 3×3×3 tensor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(27 complex entries)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886200" y="2542032"/>
            <a:ext cx="11430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1208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Approximation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74920" y="1627632"/>
            <a:ext cx="480060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1792224"/>
            <a:ext cx="4343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T' = a₁⊗b₁⊗c₁  +  a₂⊗b₂⊗c₂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6072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</a:rPr>
              <a:t>sum of two rank-one tensors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12680" y="2542032"/>
            <a:ext cx="5486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05840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Goal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104120" y="1627632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6E6D1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268712" y="1792224"/>
            <a:ext cx="12710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minimize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‖T − T′‖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68680" y="4251960"/>
            <a:ext cx="10469880" cy="0"/>
          </a:xfrm>
          <a:prstGeom prst="line">
            <a:avLst/>
          </a:prstGeom>
          <a:noFill/>
          <a:ln w="12700">
            <a:solidFill>
              <a:srgbClr val="C8C5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Project interpretation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20440" y="459943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</a:rPr>
              <a:t>Design a practical procedure for rank-2 approximation, then implement and evaluate it.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Mathematical formulation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51560" y="1216152"/>
            <a:ext cx="3520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 A, B, C ∈ ℂ³ˣ²  such that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03520" y="1216152"/>
            <a:ext cx="4069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T′ᵢⱼₖ = Σᵣ₌₁² Aᵢᵣ Bⱼᵣ Cₖᵣ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Optimization problem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22960" y="2788920"/>
            <a:ext cx="6766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2953512"/>
            <a:ext cx="6309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minimize  ‖ T − Σᵣ₌₁² aᵣ⊗bᵣ⊗cᵣ ‖²_F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181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Frobenius norm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26680" y="27889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955280" y="2953512"/>
            <a:ext cx="3291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‖T − T′‖²_F = Σᵢ,ⱼ,ₖ |Tᵢⱼₖ − T′ᵢⱼₖ|²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868680" y="4343400"/>
            <a:ext cx="10469880" cy="0"/>
          </a:xfrm>
          <a:prstGeom prst="line">
            <a:avLst/>
          </a:prstGeom>
          <a:noFill/>
          <a:ln w="12700">
            <a:solidFill>
              <a:srgbClr val="C8C5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68680" y="4736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</a:rPr>
              <a:t>Why this norm?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63240" y="4663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7706"/>
                </a:solidFill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64992" y="4681728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measures entrywise reconstruction error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63240" y="51023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7706"/>
                </a:solidFill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64992" y="5120640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natural least-squares objective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63240" y="55412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7706"/>
                </a:solidFill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64992" y="5559552"/>
            <a:ext cx="7589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simple to compute and compare across trials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problem is nontrivial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33272" y="1399032"/>
            <a:ext cx="34198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Matrix case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SVD gives a clean best rank-r approximation.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00600" y="1984248"/>
            <a:ext cx="7772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06440" y="123444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71032" y="1399032"/>
            <a:ext cx="50657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Tensor case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No simple global SVD-like formula for CP rank approximation.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Main difficulties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7280" y="40416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DDEDEB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261872" y="4206240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Non-convex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objective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09160" y="404164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DDEDEB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73752" y="4206240"/>
            <a:ext cx="2368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Local minima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0" y="4041648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DDEDEB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94192" y="4206240"/>
            <a:ext cx="2459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Initialization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</a:rPr>
              <a:t>sensitivity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</a:rPr>
              <a:t>Project stance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16352" y="54955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We aim for a robust numerical pipeline, not a closed-form theorem.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method: CP-ALS with multi-start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607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</a:rPr>
              <a:t>ALS update cycle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16916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33272" y="18562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Fix B, C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update 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090672" y="2103120"/>
            <a:ext cx="5943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794760" y="16916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959352" y="18562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Fix A, C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update B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016752" y="2103120"/>
            <a:ext cx="5943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20840" y="169164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85432" y="185623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Fix A, B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F2937"/>
                </a:solidFill>
              </a:rPr>
              <a:t>update C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961120" y="2103120"/>
            <a:ext cx="5943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646920" y="1691640"/>
            <a:ext cx="1874520" cy="822960"/>
          </a:xfrm>
          <a:prstGeom prst="roundRect">
            <a:avLst>
              <a:gd name="adj" fmla="val 8889"/>
            </a:avLst>
          </a:prstGeom>
          <a:solidFill>
            <a:srgbClr val="F6E6D1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811512" y="1856232"/>
            <a:ext cx="15453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Repeat until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error stabilizes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7706"/>
                </a:solidFill>
              </a:rPr>
              <a:t>Why ALS?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78892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7706"/>
                </a:solidFill>
              </a:rPr>
              <a:t>•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090672" y="3172968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full problem is nonlinear in A, B, C together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788920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7706"/>
                </a:solidFill>
              </a:rPr>
              <a:t>•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090672" y="3630168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with two factors fixed, the remaining factor is least-squares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78892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97706"/>
                </a:solidFill>
              </a:rPr>
              <a:t>•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3090672" y="4087368"/>
            <a:ext cx="7863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standard baseline for CP decomposition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68680" y="5102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97706"/>
                </a:solidFill>
              </a:rPr>
              <a:t>Multi-start strategy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429000" y="50840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Run ALS from many random initializations and choose the smallest relative error.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Planned prototype and evaluation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Implementation plan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14813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1872" y="1499616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Python + NumPy for tensor generation and error calculation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0120" y="1956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1872" y="1975104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TensorLy parafac as the CP-ALS baseline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0120" y="24323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1872" y="2450592"/>
            <a:ext cx="4892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optional direct ALS implementation for transparency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58368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Evaluation metric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537960" y="1481328"/>
            <a:ext cx="448056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766560" y="1645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3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error = ‖T − T′‖_F / ‖T‖_F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Planned test cases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86868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33272" y="3822192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1. Exact rank-2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Sanity check: error should be near zero.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443484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99432" y="3822192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2. Noisy rank-2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Stability test near rank 2.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8001000" y="365760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165592" y="3822192"/>
            <a:ext cx="30083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3. Random tensor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</a:rPr>
              <a:t>Approximation quality for generic inputs.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3474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output and project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01400" y="347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</a:rPr>
              <a:t>07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E3A5F"/>
                </a:solidFill>
              </a:rPr>
              <a:t>Final output we aim to deliver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1872" y="1527048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rank-2 CP approximation procedure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1872" y="1984248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working Python implementation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012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1872" y="2441448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experiments on planned test cases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60120" y="2880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D97706"/>
                </a:solidFill>
              </a:rPr>
              <a:t>•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61872" y="2898648"/>
            <a:ext cx="4480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</a:rPr>
              <a:t>analysis of convergence and initialization effects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86868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</a:rPr>
              <a:t>Timeline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14600" y="38404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679192" y="4005072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May 21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proposal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4023360" y="4206240"/>
            <a:ext cx="521208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663440" y="3840480"/>
            <a:ext cx="1508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28032" y="4005072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May 26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prototype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263640" y="4206240"/>
            <a:ext cx="5303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903720" y="38404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068312" y="4005072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June 2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poster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8412480" y="4206240"/>
            <a:ext cx="530352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052560" y="384048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AD6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217152" y="4005072"/>
            <a:ext cx="1088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June 13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</a:rPr>
              <a:t>report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68680" y="5532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706"/>
                </a:solidFill>
              </a:rPr>
              <a:t>Takeaway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2651760" y="5504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We will deliver a practical rank-2 approximation pipeline and evaluate its performance.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494</Words>
  <Application>Microsoft Office PowerPoint</Application>
  <PresentationFormat>와이드스크린</PresentationFormat>
  <Paragraphs>125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DGIST TP406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Low-Rank Tensor Approximation in C3 x C3 x C3</dc:title>
  <dc:subject>TP406 Project 5 Preliminary Presentation</dc:subject>
  <dc:creator>OpenAI</dc:creator>
  <cp:lastModifiedBy>Sabin Park</cp:lastModifiedBy>
  <cp:revision>2</cp:revision>
  <dcterms:created xsi:type="dcterms:W3CDTF">2026-05-20T14:38:37Z</dcterms:created>
  <dcterms:modified xsi:type="dcterms:W3CDTF">2026-05-20T14:52:27Z</dcterms:modified>
</cp:coreProperties>
</file>